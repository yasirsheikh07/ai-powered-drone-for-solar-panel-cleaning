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 autoAdjust="0"/>
    <p:restoredTop sz="94660"/>
  </p:normalViewPr>
  <p:slideViewPr>
    <p:cSldViewPr snapToGrid="0">
      <p:cViewPr>
        <p:scale>
          <a:sx n="75" d="100"/>
          <a:sy n="75" d="100"/>
        </p:scale>
        <p:origin x="125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am Nausheen Ahmed" userId="1230d7d17265aed3" providerId="LiveId" clId="{FF0A9DE0-3033-405F-B568-DED913E558CC}"/>
    <pc:docChg chg="undo custSel modSld">
      <pc:chgData name="Iram Nausheen Ahmed" userId="1230d7d17265aed3" providerId="LiveId" clId="{FF0A9DE0-3033-405F-B568-DED913E558CC}" dt="2024-07-18T09:53:36.157" v="92" actId="403"/>
      <pc:docMkLst>
        <pc:docMk/>
      </pc:docMkLst>
      <pc:sldChg chg="delSp modSp mod">
        <pc:chgData name="Iram Nausheen Ahmed" userId="1230d7d17265aed3" providerId="LiveId" clId="{FF0A9DE0-3033-405F-B568-DED913E558CC}" dt="2024-07-18T09:53:12.129" v="81" actId="20577"/>
        <pc:sldMkLst>
          <pc:docMk/>
          <pc:sldMk cId="274174306" sldId="256"/>
        </pc:sldMkLst>
        <pc:spChg chg="mod">
          <ac:chgData name="Iram Nausheen Ahmed" userId="1230d7d17265aed3" providerId="LiveId" clId="{FF0A9DE0-3033-405F-B568-DED913E558CC}" dt="2024-07-18T09:52:00.674" v="44" actId="404"/>
          <ac:spMkLst>
            <pc:docMk/>
            <pc:sldMk cId="274174306" sldId="256"/>
            <ac:spMk id="3" creationId="{30B95A11-C552-83C7-F2A6-61B93D8B0762}"/>
          </ac:spMkLst>
        </pc:spChg>
        <pc:spChg chg="del mod">
          <ac:chgData name="Iram Nausheen Ahmed" userId="1230d7d17265aed3" providerId="LiveId" clId="{FF0A9DE0-3033-405F-B568-DED913E558CC}" dt="2024-07-18T09:51:12.254" v="32" actId="478"/>
          <ac:spMkLst>
            <pc:docMk/>
            <pc:sldMk cId="274174306" sldId="256"/>
            <ac:spMk id="6" creationId="{008E9FD1-1DFA-84E7-60BD-C9084E0BD2E3}"/>
          </ac:spMkLst>
        </pc:spChg>
        <pc:spChg chg="del">
          <ac:chgData name="Iram Nausheen Ahmed" userId="1230d7d17265aed3" providerId="LiveId" clId="{FF0A9DE0-3033-405F-B568-DED913E558CC}" dt="2024-07-18T09:51:14.647" v="33" actId="478"/>
          <ac:spMkLst>
            <pc:docMk/>
            <pc:sldMk cId="274174306" sldId="256"/>
            <ac:spMk id="7" creationId="{1A69CF1C-78EA-DD0E-D97C-11624884843A}"/>
          </ac:spMkLst>
        </pc:spChg>
        <pc:spChg chg="mod">
          <ac:chgData name="Iram Nausheen Ahmed" userId="1230d7d17265aed3" providerId="LiveId" clId="{FF0A9DE0-3033-405F-B568-DED913E558CC}" dt="2024-07-18T09:53:12.129" v="81" actId="20577"/>
          <ac:spMkLst>
            <pc:docMk/>
            <pc:sldMk cId="274174306" sldId="256"/>
            <ac:spMk id="8" creationId="{6989DF65-FA71-237F-5462-54D1971E048C}"/>
          </ac:spMkLst>
        </pc:spChg>
        <pc:spChg chg="mod">
          <ac:chgData name="Iram Nausheen Ahmed" userId="1230d7d17265aed3" providerId="LiveId" clId="{FF0A9DE0-3033-405F-B568-DED913E558CC}" dt="2024-07-18T09:52:08.796" v="47" actId="20577"/>
          <ac:spMkLst>
            <pc:docMk/>
            <pc:sldMk cId="274174306" sldId="256"/>
            <ac:spMk id="9" creationId="{911CD95C-D3A7-0770-4021-EC0B5F5AD002}"/>
          </ac:spMkLst>
        </pc:spChg>
      </pc:sldChg>
      <pc:sldChg chg="modSp mod">
        <pc:chgData name="Iram Nausheen Ahmed" userId="1230d7d17265aed3" providerId="LiveId" clId="{FF0A9DE0-3033-405F-B568-DED913E558CC}" dt="2024-07-18T09:53:36.157" v="92" actId="403"/>
        <pc:sldMkLst>
          <pc:docMk/>
          <pc:sldMk cId="4263007000" sldId="257"/>
        </pc:sldMkLst>
        <pc:spChg chg="mod">
          <ac:chgData name="Iram Nausheen Ahmed" userId="1230d7d17265aed3" providerId="LiveId" clId="{FF0A9DE0-3033-405F-B568-DED913E558CC}" dt="2024-07-18T09:53:36.157" v="92" actId="403"/>
          <ac:spMkLst>
            <pc:docMk/>
            <pc:sldMk cId="4263007000" sldId="257"/>
            <ac:spMk id="3" creationId="{F67A4526-5F4F-BE62-1D48-2AE94336653D}"/>
          </ac:spMkLst>
        </pc:spChg>
      </pc:sldChg>
    </pc:docChg>
  </pc:docChgLst>
  <pc:docChgLst>
    <pc:chgData name="Iram Nausheen Ahmed" userId="1230d7d17265aed3" providerId="LiveId" clId="{1BFD91CB-5280-4665-9524-9E22BA742691}"/>
    <pc:docChg chg="undo custSel addSld modSld">
      <pc:chgData name="Iram Nausheen Ahmed" userId="1230d7d17265aed3" providerId="LiveId" clId="{1BFD91CB-5280-4665-9524-9E22BA742691}" dt="2024-02-02T06:12:49.546" v="440" actId="20577"/>
      <pc:docMkLst>
        <pc:docMk/>
      </pc:docMkLst>
      <pc:sldChg chg="addSp delSp modSp new mod setBg">
        <pc:chgData name="Iram Nausheen Ahmed" userId="1230d7d17265aed3" providerId="LiveId" clId="{1BFD91CB-5280-4665-9524-9E22BA742691}" dt="2024-02-02T06:12:49.546" v="440" actId="20577"/>
        <pc:sldMkLst>
          <pc:docMk/>
          <pc:sldMk cId="274174306" sldId="256"/>
        </pc:sldMkLst>
        <pc:spChg chg="del mod">
          <ac:chgData name="Iram Nausheen Ahmed" userId="1230d7d17265aed3" providerId="LiveId" clId="{1BFD91CB-5280-4665-9524-9E22BA742691}" dt="2024-02-01T11:42:43.180" v="3"/>
          <ac:spMkLst>
            <pc:docMk/>
            <pc:sldMk cId="274174306" sldId="256"/>
            <ac:spMk id="2" creationId="{9AF476FF-EE58-4540-B542-DB314AD2A75C}"/>
          </ac:spMkLst>
        </pc:spChg>
        <pc:spChg chg="mod ord">
          <ac:chgData name="Iram Nausheen Ahmed" userId="1230d7d17265aed3" providerId="LiveId" clId="{1BFD91CB-5280-4665-9524-9E22BA742691}" dt="2024-02-02T06:10:07.236" v="407" actId="20577"/>
          <ac:spMkLst>
            <pc:docMk/>
            <pc:sldMk cId="274174306" sldId="256"/>
            <ac:spMk id="3" creationId="{30B95A11-C552-83C7-F2A6-61B93D8B0762}"/>
          </ac:spMkLst>
        </pc:spChg>
        <pc:spChg chg="add mod">
          <ac:chgData name="Iram Nausheen Ahmed" userId="1230d7d17265aed3" providerId="LiveId" clId="{1BFD91CB-5280-4665-9524-9E22BA742691}" dt="2024-02-02T05:52:08.227" v="26" actId="122"/>
          <ac:spMkLst>
            <pc:docMk/>
            <pc:sldMk cId="274174306" sldId="256"/>
            <ac:spMk id="4" creationId="{3431DBB0-38A4-BBF0-037E-A414D16E6788}"/>
          </ac:spMkLst>
        </pc:spChg>
        <pc:spChg chg="add mod">
          <ac:chgData name="Iram Nausheen Ahmed" userId="1230d7d17265aed3" providerId="LiveId" clId="{1BFD91CB-5280-4665-9524-9E22BA742691}" dt="2024-02-02T06:05:43.366" v="229" actId="1076"/>
          <ac:spMkLst>
            <pc:docMk/>
            <pc:sldMk cId="274174306" sldId="256"/>
            <ac:spMk id="6" creationId="{008E9FD1-1DFA-84E7-60BD-C9084E0BD2E3}"/>
          </ac:spMkLst>
        </pc:spChg>
        <pc:spChg chg="add mod">
          <ac:chgData name="Iram Nausheen Ahmed" userId="1230d7d17265aed3" providerId="LiveId" clId="{1BFD91CB-5280-4665-9524-9E22BA742691}" dt="2024-02-02T06:05:39.299" v="228" actId="1076"/>
          <ac:spMkLst>
            <pc:docMk/>
            <pc:sldMk cId="274174306" sldId="256"/>
            <ac:spMk id="7" creationId="{1A69CF1C-78EA-DD0E-D97C-11624884843A}"/>
          </ac:spMkLst>
        </pc:spChg>
        <pc:spChg chg="add mod">
          <ac:chgData name="Iram Nausheen Ahmed" userId="1230d7d17265aed3" providerId="LiveId" clId="{1BFD91CB-5280-4665-9524-9E22BA742691}" dt="2024-02-02T06:12:49.546" v="440" actId="20577"/>
          <ac:spMkLst>
            <pc:docMk/>
            <pc:sldMk cId="274174306" sldId="256"/>
            <ac:spMk id="8" creationId="{6989DF65-FA71-237F-5462-54D1971E048C}"/>
          </ac:spMkLst>
        </pc:spChg>
        <pc:spChg chg="add mod">
          <ac:chgData name="Iram Nausheen Ahmed" userId="1230d7d17265aed3" providerId="LiveId" clId="{1BFD91CB-5280-4665-9524-9E22BA742691}" dt="2024-02-02T06:09:01.120" v="372" actId="403"/>
          <ac:spMkLst>
            <pc:docMk/>
            <pc:sldMk cId="274174306" sldId="256"/>
            <ac:spMk id="9" creationId="{911CD95C-D3A7-0770-4021-EC0B5F5AD002}"/>
          </ac:spMkLst>
        </pc:spChg>
        <pc:spChg chg="add">
          <ac:chgData name="Iram Nausheen Ahmed" userId="1230d7d17265aed3" providerId="LiveId" clId="{1BFD91CB-5280-4665-9524-9E22BA742691}" dt="2024-02-01T11:43:15.776" v="6" actId="26606"/>
          <ac:spMkLst>
            <pc:docMk/>
            <pc:sldMk cId="274174306" sldId="256"/>
            <ac:spMk id="10" creationId="{A32DDDDB-B463-1544-2E45-5A46CF440858}"/>
          </ac:spMkLst>
        </pc:spChg>
        <pc:spChg chg="add">
          <ac:chgData name="Iram Nausheen Ahmed" userId="1230d7d17265aed3" providerId="LiveId" clId="{1BFD91CB-5280-4665-9524-9E22BA742691}" dt="2024-02-01T11:43:15.776" v="6" actId="26606"/>
          <ac:spMkLst>
            <pc:docMk/>
            <pc:sldMk cId="274174306" sldId="256"/>
            <ac:spMk id="12" creationId="{00119797-EECC-175B-72BF-C218A213566A}"/>
          </ac:spMkLst>
        </pc:spChg>
        <pc:spChg chg="add">
          <ac:chgData name="Iram Nausheen Ahmed" userId="1230d7d17265aed3" providerId="LiveId" clId="{1BFD91CB-5280-4665-9524-9E22BA742691}" dt="2024-02-01T11:43:15.776" v="6" actId="26606"/>
          <ac:spMkLst>
            <pc:docMk/>
            <pc:sldMk cId="274174306" sldId="256"/>
            <ac:spMk id="14" creationId="{2D326DB0-D290-E656-7866-713DA14FC667}"/>
          </ac:spMkLst>
        </pc:spChg>
        <pc:spChg chg="add">
          <ac:chgData name="Iram Nausheen Ahmed" userId="1230d7d17265aed3" providerId="LiveId" clId="{1BFD91CB-5280-4665-9524-9E22BA742691}" dt="2024-02-01T11:43:15.776" v="6" actId="26606"/>
          <ac:spMkLst>
            <pc:docMk/>
            <pc:sldMk cId="274174306" sldId="256"/>
            <ac:spMk id="16" creationId="{52F5323D-1D78-58B7-40E4-489E233D8B7D}"/>
          </ac:spMkLst>
        </pc:spChg>
        <pc:picChg chg="add mod">
          <ac:chgData name="Iram Nausheen Ahmed" userId="1230d7d17265aed3" providerId="LiveId" clId="{1BFD91CB-5280-4665-9524-9E22BA742691}" dt="2024-02-02T05:51:45.723" v="21" actId="1076"/>
          <ac:picMkLst>
            <pc:docMk/>
            <pc:sldMk cId="274174306" sldId="256"/>
            <ac:picMk id="2" creationId="{22D8C7A9-2B14-420C-6CE8-45E3DEA047A1}"/>
          </ac:picMkLst>
        </pc:picChg>
        <pc:picChg chg="add mod">
          <ac:chgData name="Iram Nausheen Ahmed" userId="1230d7d17265aed3" providerId="LiveId" clId="{1BFD91CB-5280-4665-9524-9E22BA742691}" dt="2024-02-02T05:51:48.489" v="22" actId="1076"/>
          <ac:picMkLst>
            <pc:docMk/>
            <pc:sldMk cId="274174306" sldId="256"/>
            <ac:picMk id="5" creationId="{60BF388A-DB0C-700A-C3E5-6121891B4BFD}"/>
          </ac:picMkLst>
        </pc:picChg>
      </pc:sldChg>
      <pc:sldChg chg="modSp new mod">
        <pc:chgData name="Iram Nausheen Ahmed" userId="1230d7d17265aed3" providerId="LiveId" clId="{1BFD91CB-5280-4665-9524-9E22BA742691}" dt="2024-02-02T06:12:29.880" v="434" actId="27636"/>
        <pc:sldMkLst>
          <pc:docMk/>
          <pc:sldMk cId="4263007000" sldId="257"/>
        </pc:sldMkLst>
        <pc:spChg chg="mod">
          <ac:chgData name="Iram Nausheen Ahmed" userId="1230d7d17265aed3" providerId="LiveId" clId="{1BFD91CB-5280-4665-9524-9E22BA742691}" dt="2024-02-02T06:12:08.960" v="425" actId="14100"/>
          <ac:spMkLst>
            <pc:docMk/>
            <pc:sldMk cId="4263007000" sldId="257"/>
            <ac:spMk id="2" creationId="{FCCC017F-5DB0-6885-0760-F81373DE0016}"/>
          </ac:spMkLst>
        </pc:spChg>
        <pc:spChg chg="mod">
          <ac:chgData name="Iram Nausheen Ahmed" userId="1230d7d17265aed3" providerId="LiveId" clId="{1BFD91CB-5280-4665-9524-9E22BA742691}" dt="2024-02-02T06:12:29.880" v="434" actId="27636"/>
          <ac:spMkLst>
            <pc:docMk/>
            <pc:sldMk cId="4263007000" sldId="257"/>
            <ac:spMk id="3" creationId="{F67A4526-5F4F-BE62-1D48-2AE94336653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A965-2F91-90D9-3B86-1AF4ED257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5D43B-61FD-EB17-52AB-D477512DF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74FA1-0F75-B977-23A8-D6CA4165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CB43-6998-BCBA-3230-2DE93EE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8389F-A12C-C388-63FB-23CAB5C4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973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6335D-84B5-DDB5-A396-F6DB8AD3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14451-7F0E-B2E3-D9C9-A9CC680F6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BEEF3-1C0E-D22F-0605-1CA40570C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7357-409D-6696-C4AE-E9C4B06F6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7B409-D09C-C15B-E592-3B1B0ED2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38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6DE1D-771B-767D-CBE1-FC82B4BE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56DE5-69DB-C0CD-5C22-AE16FE319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2F74F-E700-43C8-6608-B3702EF9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822B-03AF-18AC-435F-5E2DAD83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8F4E8-3BAE-7091-B03C-DFCB9F4E8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63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512A6-EE3F-83E3-D46B-FB40F1EF8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96981-7E1E-D7EF-8C72-839A93D4B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74BA1-17CB-170F-D200-FB476744F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74DCA-8CD6-9F58-9253-4051177F1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5E0FC-C104-A183-441C-87189B2EB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F2AC5-EE8C-2ECE-A3AA-E470ACB3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3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643E-9CE7-C3CA-3BEA-34349518C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A0A70-2E9B-B7D5-8CAA-7D15255F6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BC0B9-2182-084A-9040-AF203FAF0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B39834-62D8-83E2-8DF9-08B4FC9440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CED6E-1902-7B6E-1042-C3F0A556C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66FE0B-4ABC-3480-1DC5-81A3C8B9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6B3419-0307-A132-B198-725EF795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BA4B90-F4F4-604F-1632-A71003CD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41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2B8EB-6E0B-4F15-FBF8-E9D45BE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CC05D-DE3B-7D60-F2B3-8D2125AF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E14F50-362B-88E3-2A3C-EDD959FC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93DDA-4F6D-80BE-297A-C50F9BD7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351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38753-FF71-4EDF-C2AE-A61234AB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E24B6-DD48-678A-601F-A39DB160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A6C4B-C076-3CFB-C833-8FA70DD1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85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7BA4E-1FAD-C9AF-5505-0FDD38D1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1DE94-777B-14F1-1F8B-EA33BE338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D9B34-61E7-D859-51F0-8994D71ED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23128-C38F-3199-B90B-6CE8A785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6A972-A42B-3D55-C11C-EB531017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AABE8-CDD9-7345-889A-0C71E19AE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008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DCEA-AF89-8684-7804-C9DA98DB5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CBB4F-6268-7910-2C4C-FE802F92A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B3550-4DD6-0C43-9FD8-D19EF8A1F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612CB-51FA-1B75-37D7-33C99A0A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82624-848C-C444-CBD8-872BF5E9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7FE54-BF20-5EC5-4485-1BBFCC5B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6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B276-F564-1189-DD62-E9873088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0CCF5-D02B-01F8-4BC3-3E2B76F05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50ED9-6A3A-28EE-7CEF-C1AC11EC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E01BA-C464-33F8-8BA7-EF3B24CD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05972-2DDB-DCA5-9669-CC5B7761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1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D12AF0-2246-898A-7CC5-8488826A5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C79EA-F941-A96E-479E-BFB4BA227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2135-91B0-7882-5592-B02DA5A1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03E34-E2D3-79BC-E290-6BA6107E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3D9A1-6FF2-CBF2-BA22-130955E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7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92CE20-259A-5702-0618-CF2545AC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97A5F-9E40-3754-8564-B1BB86E6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10187-46A6-A18E-2465-465A66E517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B880E-9CDA-4E4F-832F-CD4EC64780F3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9E029-33D4-86DE-51F9-49B1EC6C0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BC2E-A958-60C7-9606-D23D2AAE9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972BF-863E-48B3-880F-A80473B245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9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31DBB0-38A4-BBF0-037E-A414D16E67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529" y="461229"/>
            <a:ext cx="9597829" cy="121371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ANJUMAN COLLEGE OF ENGINEERING AND TECHNOLOGY</a:t>
            </a:r>
            <a:br>
              <a:rPr lang="en-US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i="0" dirty="0">
                <a:effectLst/>
                <a:latin typeface="Helvetica Neue"/>
              </a:rPr>
              <a:t>Affiliated To:</a:t>
            </a:r>
            <a:r>
              <a:rPr lang="en-US" sz="1200" b="1" i="0" dirty="0">
                <a:effectLst/>
                <a:latin typeface="Helvetica Neue"/>
              </a:rPr>
              <a:t> </a:t>
            </a:r>
            <a:r>
              <a:rPr lang="en-US" sz="1200" b="1" i="0" dirty="0" err="1">
                <a:effectLst/>
                <a:latin typeface="Helvetica Neue"/>
              </a:rPr>
              <a:t>Rastrasant</a:t>
            </a:r>
            <a:r>
              <a:rPr lang="en-US" sz="1200" b="1" i="0" dirty="0">
                <a:effectLst/>
                <a:latin typeface="Helvetica Neue"/>
              </a:rPr>
              <a:t> </a:t>
            </a:r>
            <a:r>
              <a:rPr lang="en-US" sz="1200" b="1" i="0" dirty="0" err="1">
                <a:effectLst/>
                <a:latin typeface="Helvetica Neue"/>
              </a:rPr>
              <a:t>Tukadoji</a:t>
            </a:r>
            <a:r>
              <a:rPr lang="en-US" sz="1200" b="1" i="0" dirty="0">
                <a:effectLst/>
                <a:latin typeface="Helvetica Neue"/>
              </a:rPr>
              <a:t> Maharaj Nagpur University, Nagpur (M.S.)</a:t>
            </a:r>
            <a:br>
              <a:rPr lang="en-US" sz="1200" dirty="0"/>
            </a:br>
            <a:r>
              <a:rPr lang="en-US" sz="1200" b="0" i="0" dirty="0">
                <a:effectLst/>
                <a:latin typeface="Helvetica Neue"/>
              </a:rPr>
              <a:t>Approved by:</a:t>
            </a:r>
            <a:r>
              <a:rPr lang="en-US" sz="1200" b="1" i="0" dirty="0">
                <a:effectLst/>
                <a:latin typeface="Helvetica Neue"/>
              </a:rPr>
              <a:t> All India Council For Technical Education, New Delhi (India)</a:t>
            </a:r>
            <a:endParaRPr lang="en-US" alt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2DDDDB-B463-1544-2E45-5A46CF440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245622" y="-88387"/>
            <a:ext cx="1686145" cy="12206614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2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19797-EECC-175B-72BF-C218A2135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538194" y="1262730"/>
            <a:ext cx="1672575" cy="9517964"/>
          </a:xfrm>
          <a:prstGeom prst="rect">
            <a:avLst/>
          </a:prstGeom>
          <a:gradFill>
            <a:gsLst>
              <a:gs pos="47000">
                <a:schemeClr val="accent2">
                  <a:alpha val="0"/>
                </a:schemeClr>
              </a:gs>
              <a:gs pos="95000">
                <a:schemeClr val="accent2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326DB0-D290-E656-7866-713DA14FC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18370" y="284362"/>
            <a:ext cx="1686152" cy="11461107"/>
          </a:xfrm>
          <a:prstGeom prst="rect">
            <a:avLst/>
          </a:prstGeom>
          <a:gradFill>
            <a:gsLst>
              <a:gs pos="58000">
                <a:schemeClr val="accent5">
                  <a:lumMod val="60000"/>
                  <a:lumOff val="40000"/>
                  <a:alpha val="0"/>
                </a:schemeClr>
              </a:gs>
              <a:gs pos="100000">
                <a:schemeClr val="accent5">
                  <a:alpha val="80000"/>
                </a:scheme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95A11-C552-83C7-F2A6-61B93D8B0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667" y="5185424"/>
            <a:ext cx="6412114" cy="1672576"/>
          </a:xfrm>
        </p:spPr>
        <p:txBody>
          <a:bodyPr anchor="ctr">
            <a:noAutofit/>
          </a:bodyPr>
          <a:lstStyle/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Students: Mohammad Yasir Zaheer Sheikh</a:t>
            </a:r>
          </a:p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Nomaan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Abhishek </a:t>
            </a:r>
            <a:r>
              <a:rPr lang="en-US" sz="1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Sawankar</a:t>
            </a:r>
            <a:endParaRPr lang="en-US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Rafe Quraishi</a:t>
            </a:r>
          </a:p>
          <a:p>
            <a:pPr algn="l"/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Tabish Ahmad Khan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5323D-1D78-58B7-40E4-489E233D8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2420" y="1370378"/>
            <a:ext cx="1686152" cy="9289093"/>
          </a:xfrm>
          <a:prstGeom prst="rect">
            <a:avLst/>
          </a:prstGeom>
          <a:gradFill>
            <a:gsLst>
              <a:gs pos="48000">
                <a:schemeClr val="accent5">
                  <a:lumMod val="75000"/>
                  <a:alpha val="0"/>
                </a:schemeClr>
              </a:gs>
              <a:gs pos="100000">
                <a:schemeClr val="accent5">
                  <a:lumMod val="75000"/>
                  <a:alpha val="70000"/>
                </a:schemeClr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0BF388A-DB0C-700A-C3E5-6121891B4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30" y="461229"/>
            <a:ext cx="925776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1">
            <a:extLst>
              <a:ext uri="{FF2B5EF4-FFF2-40B4-BE49-F238E27FC236}">
                <a16:creationId xmlns:a16="http://schemas.microsoft.com/office/drawing/2014/main" id="{22D8C7A9-2B14-420C-6CE8-45E3DEA04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7358" y="461229"/>
            <a:ext cx="925776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89DF65-FA71-237F-5462-54D1971E048C}"/>
              </a:ext>
            </a:extLst>
          </p:cNvPr>
          <p:cNvSpPr txBox="1"/>
          <p:nvPr/>
        </p:nvSpPr>
        <p:spPr>
          <a:xfrm>
            <a:off x="730892" y="1630849"/>
            <a:ext cx="1085150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 &amp; Data Science</a:t>
            </a:r>
          </a:p>
          <a:p>
            <a:pPr algn="ctr"/>
            <a:endParaRPr lang="en-US" dirty="0"/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 Project Seminar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AI – Powered Drone for Solar Panel Cleaning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CD95C-D3A7-0770-4021-EC0B5F5AD002}"/>
              </a:ext>
            </a:extLst>
          </p:cNvPr>
          <p:cNvSpPr txBox="1"/>
          <p:nvPr/>
        </p:nvSpPr>
        <p:spPr>
          <a:xfrm>
            <a:off x="2110154" y="4396154"/>
            <a:ext cx="7045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2024-25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74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890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4526-5F4F-BE62-1D48-2AE9433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708"/>
            <a:ext cx="10515600" cy="485225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Aims and objectives </a:t>
            </a:r>
          </a:p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 </a:t>
            </a:r>
          </a:p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Methodology </a:t>
            </a:r>
          </a:p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Time Framework </a:t>
            </a:r>
          </a:p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Costing (if applicable)</a:t>
            </a:r>
          </a:p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References</a:t>
            </a:r>
            <a:endParaRPr lang="en-IN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00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Aims and objectives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4526-5F4F-BE62-1D48-2AE9433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032"/>
            <a:ext cx="10515600" cy="3186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drone capable of autonomously cleaning solar panels to improve efficiency and reduce maintenance costs.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human intervention by enabling the drone to perform all cleaning tasks autonomously, with human involvement only required for supervising and controlling the drone as needed.</a:t>
            </a:r>
          </a:p>
        </p:txBody>
      </p:sp>
    </p:spTree>
    <p:extLst>
      <p:ext uri="{BB962C8B-B14F-4D97-AF65-F5344CB8AC3E}">
        <p14:creationId xmlns:p14="http://schemas.microsoft.com/office/powerpoint/2010/main" val="1246824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4526-5F4F-BE62-1D48-2AE9433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708"/>
            <a:ext cx="10515600" cy="49744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Automated and Waterless Cleaning of Solar Panels using Unmanned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Aeriel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and Machine Learning 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a report, the amount of water needed to clean a single solar panel is 3-5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solar  panel in normal areas and 7-8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panel in desert areas. While the installation of solar panels has a key role in saving the environment, the wastage of water in its maintenance is undoubtedly a serious concern as the purpose of protecting the environment is not met.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Preliminary Design and Test of a Water Spray Solar Panel Cleaning 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presents a preliminary design of the cleaning mechanism for the solar panel surface using a semiautomatic wiper control system. A DC motor is utilized to power the wiper. The amount of water is sprayed over the solar panel surface, while the wiper is moving back and forth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933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Literature Review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4526-5F4F-BE62-1D48-2AE943366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708"/>
            <a:ext cx="10515600" cy="497449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IoT-Based Automated Solar Panel Cleaning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Technique 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research work is to design and develop an IoT-based automated solar panel cleaning and real-time monitoring system using microcontroller to improve the output and efficiency of a solar module.</a:t>
            </a:r>
          </a:p>
        </p:txBody>
      </p:sp>
    </p:spTree>
    <p:extLst>
      <p:ext uri="{BB962C8B-B14F-4D97-AF65-F5344CB8AC3E}">
        <p14:creationId xmlns:p14="http://schemas.microsoft.com/office/powerpoint/2010/main" val="4170889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1B72BF-3AC5-9DB5-CF45-B4336CE17A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-113874"/>
            <a:ext cx="953516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Drone Selection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Describe the hardware selection process, including drone models, sensors (e.g., cameras, LiDAR), and components.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Explain the role of AI in the project (e.g., navigation, obstacle avoidance, dirt detection).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Autonomous path planning and optimization algorithms for efficient cleaning routes.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Mechanism: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the physical cleaning method with water or a specialized cleaning tool.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Time Framework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A091E0-5892-EA44-7156-157AB63CA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0840"/>
            <a:ext cx="778610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hase 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Research and component selection (1 month)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AI model training and testing (2 months)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Drone assembly and hardware integration (1 month)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4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Software development and testing (2 months)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Final integration and field testing (1 month) </a:t>
            </a:r>
          </a:p>
        </p:txBody>
      </p:sp>
    </p:spTree>
    <p:extLst>
      <p:ext uri="{BB962C8B-B14F-4D97-AF65-F5344CB8AC3E}">
        <p14:creationId xmlns:p14="http://schemas.microsoft.com/office/powerpoint/2010/main" val="890675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32740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IN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Costing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A091E0-5892-EA44-7156-157AB63CA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7556"/>
            <a:ext cx="276550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 Hardware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Cameras and sensors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Equipment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IN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6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C017F-5DB0-6885-0760-F81373DE0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2300" y="2717763"/>
            <a:ext cx="2405380" cy="81890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tabLst>
                <a:tab pos="219075" algn="l"/>
              </a:tabLst>
            </a:pPr>
            <a:r>
              <a:rPr lang="en-US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THANK YOU</a:t>
            </a:r>
            <a:endParaRPr lang="en-IN" sz="2800" b="1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5A091E0-5892-EA44-7156-157AB63CAB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 flipH="1">
            <a:off x="-2509519" y="2665551"/>
            <a:ext cx="4978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42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505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Times New Roman</vt:lpstr>
      <vt:lpstr>Office Theme</vt:lpstr>
      <vt:lpstr>ANJUMAN COLLEGE OF ENGINEERING AND TECHNOLOGY Affiliated To: Rastrasant Tukadoji Maharaj Nagpur University, Nagpur (M.S.) Approved by: All India Council For Technical Education, New Delhi (India)</vt:lpstr>
      <vt:lpstr>Outlines</vt:lpstr>
      <vt:lpstr>Aims and objectives </vt:lpstr>
      <vt:lpstr>Literature Review </vt:lpstr>
      <vt:lpstr>Literature Review </vt:lpstr>
      <vt:lpstr>Methodology</vt:lpstr>
      <vt:lpstr>Time Framework </vt:lpstr>
      <vt:lpstr>Costing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ANJUMAN COLLEGE OF ENGINEERING AND TECHNOLOGY Affiliated To: Rastrasant Tukadoji Maharaj Nagpur University, Nagpur (M.S.) Approved by: All India Council For Technical Education, New Delhi (India)</dc:title>
  <dc:creator>Iram Nausheen Ahmed</dc:creator>
  <cp:lastModifiedBy>yasirsheikh844@gmail.com</cp:lastModifiedBy>
  <cp:revision>4</cp:revision>
  <dcterms:created xsi:type="dcterms:W3CDTF">2024-02-01T11:42:22Z</dcterms:created>
  <dcterms:modified xsi:type="dcterms:W3CDTF">2024-10-04T18:19:40Z</dcterms:modified>
</cp:coreProperties>
</file>